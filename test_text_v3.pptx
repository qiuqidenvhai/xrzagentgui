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80" r:id="rId6"/>
    <p:sldId id="272" r:id="rId7"/>
    <p:sldId id="273" r:id="rId9"/>
    <p:sldId id="274" r:id="rId10"/>
    <p:sldId id="275" r:id="rId12"/>
    <p:sldId id="276" r:id="rId13"/>
    <p:sldId id="277" r:id="rId15"/>
    <p:sldId id="278" r:id="rId16"/>
    <p:sldId id="27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2020/5/18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项目汇报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项目汇报（1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项目汇报（1）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项目汇报（2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项目汇报（2）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项目汇报（3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项目汇报（3）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3926175" y="3498250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项目汇报（1）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项目汇报（1）</a:t>
            </a:r>
          </a:p>
        </p:txBody>
      </p:sp>
      <p:sp>
        <p:nvSpPr>
          <p:cNvPr id="29" name="稻壳儿原创设计师【幻雨工作室】_5">
            <a:extLst>
              <a:ext uri="{FF2B5EF4-FFF2-40B4-BE49-F238E27FC236}">
                <a16:creationId xmlns:a16="http://schemas.microsoft.com/office/drawing/2014/main" id="{C4DAB99A-B8DA-4990-8416-26B04F9A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4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01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项目汇报（1）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项目汇报（1）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项目汇报（1）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项目汇报（1）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48FD5486-2CD4-4682-8825-C4761089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57A127B6-B618-4133-8EC8-75C63DBD5D5A}"/>
              </a:ext>
            </a:extLst>
          </p:cNvPr>
          <p:cNvSpPr txBox="1"/>
          <p:nvPr/>
        </p:nvSpPr>
        <p:spPr>
          <a:xfrm>
            <a:off x="3570820" y="3465513"/>
            <a:ext cx="50503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</p:spTree>
    <p:extLst>
      <p:ext uri="{BB962C8B-B14F-4D97-AF65-F5344CB8AC3E}">
        <p14:creationId xmlns:p14="http://schemas.microsoft.com/office/powerpoint/2010/main" val="40273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项目汇报（1）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项目汇报（1）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项目汇报（1）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项目汇报（1）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METHOD</a:t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3E3B8C09-1466-4348-B708-EC7EBDC98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FE96CFF-7E9C-412F-BDDE-98D07B6E7FC5}"/>
              </a:ext>
            </a:extLst>
          </p:cNvPr>
          <p:cNvSpPr txBox="1"/>
          <p:nvPr/>
        </p:nvSpPr>
        <p:spPr>
          <a:xfrm>
            <a:off x="3926175" y="3483736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</p:spTree>
    <p:extLst>
      <p:ext uri="{BB962C8B-B14F-4D97-AF65-F5344CB8AC3E}">
        <p14:creationId xmlns:p14="http://schemas.microsoft.com/office/powerpoint/2010/main" val="42343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项目汇报（1）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项目汇报（1）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A848A9B5-1DFF-4FF9-BC3C-3D568C4B0DAA}"/>
              </a:ext>
            </a:extLst>
          </p:cNvPr>
          <p:cNvSpPr/>
          <p:nvPr/>
        </p:nvSpPr>
        <p:spPr>
          <a:xfrm>
            <a:off x="768238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AA702E98-8E7D-4053-8907-948095E6DD52}"/>
              </a:ext>
            </a:extLst>
          </p:cNvPr>
          <p:cNvSpPr/>
          <p:nvPr/>
        </p:nvSpPr>
        <p:spPr>
          <a:xfrm>
            <a:off x="8893929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E48EA5B-AA20-4A64-BFAD-3A5742269E50}"/>
              </a:ext>
            </a:extLst>
          </p:cNvPr>
          <p:cNvSpPr/>
          <p:nvPr/>
        </p:nvSpPr>
        <p:spPr>
          <a:xfrm>
            <a:off x="6165479" y="3792049"/>
            <a:ext cx="253669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30975D43-5DDD-4667-BB64-467B97ADCA70}"/>
              </a:ext>
            </a:extLst>
          </p:cNvPr>
          <p:cNvSpPr/>
          <p:nvPr/>
        </p:nvSpPr>
        <p:spPr>
          <a:xfrm>
            <a:off x="3470835" y="3792049"/>
            <a:ext cx="2544071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grpSp>
        <p:nvGrp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1B0DA669-7CBC-48B1-8A33-FE3125577AD5}"/>
              </a:ext>
            </a:extLst>
          </p:cNvPr>
          <p:cNvGrpSpPr/>
          <p:nvPr/>
        </p:nvGrpSpPr>
        <p:grpSpPr>
          <a:xfrm>
            <a:off x="3455507" y="2052268"/>
            <a:ext cx="5246668" cy="1739780"/>
            <a:chOff x="3455507" y="2052268"/>
            <a:chExt cx="5246668" cy="1739780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9" name="稻壳儿原创设计师【幻雨工作室】_4">
              <a:extLst>
                <a:ext uri="{FF2B5EF4-FFF2-40B4-BE49-F238E27FC236}">
                  <a16:creationId xmlns:a16="http://schemas.microsoft.com/office/drawing/2014/main" id="{E6A6B3D6-E43B-4968-AFE6-4B7BA4564455}"/>
                </a:ext>
              </a:extLst>
            </p:cNvPr>
            <p:cNvSpPr/>
            <p:nvPr/>
          </p:nvSpPr>
          <p:spPr>
            <a:xfrm>
              <a:off x="3455507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稻壳儿原创设计师【幻雨工作室】_5">
              <a:extLst>
                <a:ext uri="{FF2B5EF4-FFF2-40B4-BE49-F238E27FC236}">
                  <a16:creationId xmlns:a16="http://schemas.microsoft.com/office/drawing/2014/main" id="{C137A729-A661-4B53-B94D-67DFDCDCEDE5}"/>
                </a:ext>
              </a:extLst>
            </p:cNvPr>
            <p:cNvSpPr/>
            <p:nvPr/>
          </p:nvSpPr>
          <p:spPr>
            <a:xfrm>
              <a:off x="6177095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稻壳儿原创设计师【幻雨工作室】_9">
            <a:extLst>
              <a:ext uri="{FF2B5EF4-FFF2-40B4-BE49-F238E27FC236}">
                <a16:creationId xmlns:a16="http://schemas.microsoft.com/office/drawing/2014/main" id="{E5D9902D-F2A3-4861-879E-73F4CEC5595B}"/>
              </a:ext>
            </a:extLst>
          </p:cNvPr>
          <p:cNvSpPr/>
          <p:nvPr/>
        </p:nvSpPr>
        <p:spPr>
          <a:xfrm>
            <a:off x="768238" y="2052268"/>
            <a:ext cx="2525080" cy="1739780"/>
          </a:xfrm>
          <a:prstGeom prst="roundRect">
            <a:avLst>
              <a:gd name="adj" fmla="val 8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稻壳儿原创设计师【幻雨工作室】_10">
            <a:extLst>
              <a:ext uri="{FF2B5EF4-FFF2-40B4-BE49-F238E27FC236}">
                <a16:creationId xmlns:a16="http://schemas.microsoft.com/office/drawing/2014/main" id="{31B86FB4-3796-4EE5-BC38-D2655F47E920}"/>
              </a:ext>
            </a:extLst>
          </p:cNvPr>
          <p:cNvSpPr/>
          <p:nvPr/>
        </p:nvSpPr>
        <p:spPr>
          <a:xfrm>
            <a:off x="8893929" y="2052268"/>
            <a:ext cx="2525080" cy="173978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9B7DFF5-F403-47B6-BC4B-56E21B16EA16}"/>
              </a:ext>
            </a:extLst>
          </p:cNvPr>
          <p:cNvSpPr/>
          <p:nvPr/>
        </p:nvSpPr>
        <p:spPr>
          <a:xfrm>
            <a:off x="370529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稻壳儿原创设计师【幻雨工作室】_12">
            <a:extLst>
              <a:ext uri="{FF2B5EF4-FFF2-40B4-BE49-F238E27FC236}">
                <a16:creationId xmlns:a16="http://schemas.microsoft.com/office/drawing/2014/main" id="{D9F0A114-3172-4C2C-A30A-70E7CECE6C34}"/>
              </a:ext>
            </a:extLst>
          </p:cNvPr>
          <p:cNvGrpSpPr/>
          <p:nvPr/>
        </p:nvGrpSpPr>
        <p:grpSpPr>
          <a:xfrm>
            <a:off x="1621662" y="2490229"/>
            <a:ext cx="818232" cy="863858"/>
            <a:chOff x="3170167" y="7307266"/>
            <a:chExt cx="523581" cy="552777"/>
          </a:xfrm>
        </p:grpSpPr>
        <p:sp>
          <p:nvSpPr>
            <p:cNvPr id="15" name="稻壳儿搜索【幻雨工作室】_11">
              <a:extLst>
                <a:ext uri="{FF2B5EF4-FFF2-40B4-BE49-F238E27FC236}">
                  <a16:creationId xmlns:a16="http://schemas.microsoft.com/office/drawing/2014/main" id="{01981F75-869D-454D-9336-53AF51AF0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9236" y="7307266"/>
              <a:ext cx="165445" cy="165444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6 h 36"/>
                <a:gd name="T12" fmla="*/ 30 w 36"/>
                <a:gd name="T13" fmla="*/ 18 h 36"/>
                <a:gd name="T14" fmla="*/ 18 w 36"/>
                <a:gd name="T15" fmla="*/ 30 h 36"/>
                <a:gd name="T16" fmla="*/ 6 w 36"/>
                <a:gd name="T17" fmla="*/ 18 h 36"/>
                <a:gd name="T18" fmla="*/ 18 w 36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6"/>
                  </a:moveTo>
                  <a:cubicBezTo>
                    <a:pt x="25" y="6"/>
                    <a:pt x="30" y="11"/>
                    <a:pt x="30" y="18"/>
                  </a:cubicBezTo>
                  <a:cubicBezTo>
                    <a:pt x="30" y="25"/>
                    <a:pt x="25" y="30"/>
                    <a:pt x="18" y="30"/>
                  </a:cubicBezTo>
                  <a:cubicBezTo>
                    <a:pt x="11" y="30"/>
                    <a:pt x="6" y="25"/>
                    <a:pt x="6" y="18"/>
                  </a:cubicBezTo>
                  <a:cubicBezTo>
                    <a:pt x="6" y="11"/>
                    <a:pt x="11" y="6"/>
                    <a:pt x="1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稻壳儿搜索【幻雨工作室】_12">
              <a:extLst>
                <a:ext uri="{FF2B5EF4-FFF2-40B4-BE49-F238E27FC236}">
                  <a16:creationId xmlns:a16="http://schemas.microsoft.com/office/drawing/2014/main" id="{2C7E3854-7978-484B-8FED-7B8C976B1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1986" y="7499959"/>
              <a:ext cx="219944" cy="360084"/>
            </a:xfrm>
            <a:custGeom>
              <a:avLst/>
              <a:gdLst>
                <a:gd name="T0" fmla="*/ 36 w 48"/>
                <a:gd name="T1" fmla="*/ 0 h 78"/>
                <a:gd name="T2" fmla="*/ 12 w 48"/>
                <a:gd name="T3" fmla="*/ 0 h 78"/>
                <a:gd name="T4" fmla="*/ 6 w 48"/>
                <a:gd name="T5" fmla="*/ 5 h 78"/>
                <a:gd name="T6" fmla="*/ 0 w 48"/>
                <a:gd name="T7" fmla="*/ 38 h 78"/>
                <a:gd name="T8" fmla="*/ 1 w 48"/>
                <a:gd name="T9" fmla="*/ 43 h 78"/>
                <a:gd name="T10" fmla="*/ 6 w 48"/>
                <a:gd name="T11" fmla="*/ 45 h 78"/>
                <a:gd name="T12" fmla="*/ 10 w 48"/>
                <a:gd name="T13" fmla="*/ 45 h 78"/>
                <a:gd name="T14" fmla="*/ 12 w 48"/>
                <a:gd name="T15" fmla="*/ 72 h 78"/>
                <a:gd name="T16" fmla="*/ 18 w 48"/>
                <a:gd name="T17" fmla="*/ 78 h 78"/>
                <a:gd name="T18" fmla="*/ 30 w 48"/>
                <a:gd name="T19" fmla="*/ 78 h 78"/>
                <a:gd name="T20" fmla="*/ 36 w 48"/>
                <a:gd name="T21" fmla="*/ 72 h 78"/>
                <a:gd name="T22" fmla="*/ 38 w 48"/>
                <a:gd name="T23" fmla="*/ 45 h 78"/>
                <a:gd name="T24" fmla="*/ 42 w 48"/>
                <a:gd name="T25" fmla="*/ 45 h 78"/>
                <a:gd name="T26" fmla="*/ 47 w 48"/>
                <a:gd name="T27" fmla="*/ 43 h 78"/>
                <a:gd name="T28" fmla="*/ 48 w 48"/>
                <a:gd name="T29" fmla="*/ 38 h 78"/>
                <a:gd name="T30" fmla="*/ 42 w 48"/>
                <a:gd name="T31" fmla="*/ 5 h 78"/>
                <a:gd name="T32" fmla="*/ 36 w 48"/>
                <a:gd name="T33" fmla="*/ 0 h 78"/>
                <a:gd name="T34" fmla="*/ 33 w 48"/>
                <a:gd name="T35" fmla="*/ 39 h 78"/>
                <a:gd name="T36" fmla="*/ 30 w 48"/>
                <a:gd name="T37" fmla="*/ 72 h 78"/>
                <a:gd name="T38" fmla="*/ 18 w 48"/>
                <a:gd name="T39" fmla="*/ 72 h 78"/>
                <a:gd name="T40" fmla="*/ 15 w 48"/>
                <a:gd name="T41" fmla="*/ 39 h 78"/>
                <a:gd name="T42" fmla="*/ 6 w 48"/>
                <a:gd name="T43" fmla="*/ 39 h 78"/>
                <a:gd name="T44" fmla="*/ 12 w 48"/>
                <a:gd name="T45" fmla="*/ 6 h 78"/>
                <a:gd name="T46" fmla="*/ 21 w 48"/>
                <a:gd name="T47" fmla="*/ 6 h 78"/>
                <a:gd name="T48" fmla="*/ 21 w 48"/>
                <a:gd name="T49" fmla="*/ 24 h 78"/>
                <a:gd name="T50" fmla="*/ 24 w 48"/>
                <a:gd name="T51" fmla="*/ 27 h 78"/>
                <a:gd name="T52" fmla="*/ 27 w 48"/>
                <a:gd name="T53" fmla="*/ 24 h 78"/>
                <a:gd name="T54" fmla="*/ 27 w 48"/>
                <a:gd name="T55" fmla="*/ 6 h 78"/>
                <a:gd name="T56" fmla="*/ 36 w 48"/>
                <a:gd name="T57" fmla="*/ 6 h 78"/>
                <a:gd name="T58" fmla="*/ 42 w 48"/>
                <a:gd name="T59" fmla="*/ 39 h 78"/>
                <a:gd name="T60" fmla="*/ 33 w 48"/>
                <a:gd name="T61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78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9" y="0"/>
                    <a:pt x="7" y="2"/>
                    <a:pt x="6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4"/>
                    <a:pt x="4" y="45"/>
                    <a:pt x="6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5" y="78"/>
                    <a:pt x="18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3" y="78"/>
                    <a:pt x="36" y="76"/>
                    <a:pt x="36" y="72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4" y="45"/>
                    <a:pt x="45" y="44"/>
                    <a:pt x="47" y="43"/>
                  </a:cubicBezTo>
                  <a:cubicBezTo>
                    <a:pt x="48" y="41"/>
                    <a:pt x="48" y="40"/>
                    <a:pt x="48" y="3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2"/>
                    <a:pt x="39" y="0"/>
                    <a:pt x="36" y="0"/>
                  </a:cubicBezTo>
                  <a:close/>
                  <a:moveTo>
                    <a:pt x="33" y="39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6"/>
                    <a:pt x="22" y="27"/>
                    <a:pt x="24" y="27"/>
                  </a:cubicBezTo>
                  <a:cubicBezTo>
                    <a:pt x="26" y="27"/>
                    <a:pt x="27" y="26"/>
                    <a:pt x="27" y="2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2" y="39"/>
                    <a:pt x="42" y="39"/>
                    <a:pt x="42" y="39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稻壳儿搜索【幻雨工作室】_13">
              <a:extLst>
                <a:ext uri="{FF2B5EF4-FFF2-40B4-BE49-F238E27FC236}">
                  <a16:creationId xmlns:a16="http://schemas.microsoft.com/office/drawing/2014/main" id="{B992E87C-F9C0-493C-81A4-4A17FFE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036" y="7334515"/>
              <a:ext cx="132355" cy="134302"/>
            </a:xfrm>
            <a:custGeom>
              <a:avLst/>
              <a:gdLst>
                <a:gd name="T0" fmla="*/ 14 w 29"/>
                <a:gd name="T1" fmla="*/ 29 h 29"/>
                <a:gd name="T2" fmla="*/ 29 w 29"/>
                <a:gd name="T3" fmla="*/ 14 h 29"/>
                <a:gd name="T4" fmla="*/ 14 w 29"/>
                <a:gd name="T5" fmla="*/ 0 h 29"/>
                <a:gd name="T6" fmla="*/ 0 w 29"/>
                <a:gd name="T7" fmla="*/ 14 h 29"/>
                <a:gd name="T8" fmla="*/ 14 w 29"/>
                <a:gd name="T9" fmla="*/ 29 h 29"/>
                <a:gd name="T10" fmla="*/ 14 w 29"/>
                <a:gd name="T11" fmla="*/ 5 h 29"/>
                <a:gd name="T12" fmla="*/ 24 w 29"/>
                <a:gd name="T13" fmla="*/ 14 h 29"/>
                <a:gd name="T14" fmla="*/ 14 w 29"/>
                <a:gd name="T15" fmla="*/ 24 h 29"/>
                <a:gd name="T16" fmla="*/ 5 w 29"/>
                <a:gd name="T17" fmla="*/ 14 h 29"/>
                <a:gd name="T18" fmla="*/ 14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9"/>
                    <a:pt x="14" y="29"/>
                  </a:cubicBezTo>
                  <a:close/>
                  <a:moveTo>
                    <a:pt x="14" y="5"/>
                  </a:moveTo>
                  <a:cubicBezTo>
                    <a:pt x="19" y="5"/>
                    <a:pt x="24" y="9"/>
                    <a:pt x="24" y="14"/>
                  </a:cubicBezTo>
                  <a:cubicBezTo>
                    <a:pt x="24" y="20"/>
                    <a:pt x="19" y="24"/>
                    <a:pt x="14" y="24"/>
                  </a:cubicBezTo>
                  <a:cubicBezTo>
                    <a:pt x="9" y="24"/>
                    <a:pt x="5" y="20"/>
                    <a:pt x="5" y="14"/>
                  </a:cubicBezTo>
                  <a:cubicBezTo>
                    <a:pt x="5" y="9"/>
                    <a:pt x="9" y="5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稻壳儿搜索【幻雨工作室】_14">
              <a:extLst>
                <a:ext uri="{FF2B5EF4-FFF2-40B4-BE49-F238E27FC236}">
                  <a16:creationId xmlns:a16="http://schemas.microsoft.com/office/drawing/2014/main" id="{CBC9CEBB-6921-4BBF-875A-70BA5E1F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036" y="7490228"/>
              <a:ext cx="155712" cy="286121"/>
            </a:xfrm>
            <a:custGeom>
              <a:avLst/>
              <a:gdLst>
                <a:gd name="T0" fmla="*/ 29 w 34"/>
                <a:gd name="T1" fmla="*/ 4 h 62"/>
                <a:gd name="T2" fmla="*/ 24 w 34"/>
                <a:gd name="T3" fmla="*/ 0 h 62"/>
                <a:gd name="T4" fmla="*/ 5 w 34"/>
                <a:gd name="T5" fmla="*/ 0 h 62"/>
                <a:gd name="T6" fmla="*/ 0 w 34"/>
                <a:gd name="T7" fmla="*/ 3 h 62"/>
                <a:gd name="T8" fmla="*/ 1 w 34"/>
                <a:gd name="T9" fmla="*/ 6 h 62"/>
                <a:gd name="T10" fmla="*/ 3 w 34"/>
                <a:gd name="T11" fmla="*/ 16 h 62"/>
                <a:gd name="T12" fmla="*/ 5 w 34"/>
                <a:gd name="T13" fmla="*/ 4 h 62"/>
                <a:gd name="T14" fmla="*/ 12 w 34"/>
                <a:gd name="T15" fmla="*/ 4 h 62"/>
                <a:gd name="T16" fmla="*/ 12 w 34"/>
                <a:gd name="T17" fmla="*/ 19 h 62"/>
                <a:gd name="T18" fmla="*/ 14 w 34"/>
                <a:gd name="T19" fmla="*/ 21 h 62"/>
                <a:gd name="T20" fmla="*/ 17 w 34"/>
                <a:gd name="T21" fmla="*/ 19 h 62"/>
                <a:gd name="T22" fmla="*/ 17 w 34"/>
                <a:gd name="T23" fmla="*/ 4 h 62"/>
                <a:gd name="T24" fmla="*/ 24 w 34"/>
                <a:gd name="T25" fmla="*/ 4 h 62"/>
                <a:gd name="T26" fmla="*/ 29 w 34"/>
                <a:gd name="T27" fmla="*/ 31 h 62"/>
                <a:gd name="T28" fmla="*/ 21 w 34"/>
                <a:gd name="T29" fmla="*/ 31 h 62"/>
                <a:gd name="T30" fmla="*/ 19 w 34"/>
                <a:gd name="T31" fmla="*/ 57 h 62"/>
                <a:gd name="T32" fmla="*/ 9 w 34"/>
                <a:gd name="T33" fmla="*/ 57 h 62"/>
                <a:gd name="T34" fmla="*/ 7 w 34"/>
                <a:gd name="T35" fmla="*/ 44 h 62"/>
                <a:gd name="T36" fmla="*/ 3 w 34"/>
                <a:gd name="T37" fmla="*/ 50 h 62"/>
                <a:gd name="T38" fmla="*/ 5 w 34"/>
                <a:gd name="T39" fmla="*/ 58 h 62"/>
                <a:gd name="T40" fmla="*/ 9 w 34"/>
                <a:gd name="T41" fmla="*/ 62 h 62"/>
                <a:gd name="T42" fmla="*/ 19 w 34"/>
                <a:gd name="T43" fmla="*/ 62 h 62"/>
                <a:gd name="T44" fmla="*/ 24 w 34"/>
                <a:gd name="T45" fmla="*/ 58 h 62"/>
                <a:gd name="T46" fmla="*/ 26 w 34"/>
                <a:gd name="T47" fmla="*/ 36 h 62"/>
                <a:gd name="T48" fmla="*/ 29 w 34"/>
                <a:gd name="T49" fmla="*/ 36 h 62"/>
                <a:gd name="T50" fmla="*/ 32 w 34"/>
                <a:gd name="T51" fmla="*/ 34 h 62"/>
                <a:gd name="T52" fmla="*/ 33 w 34"/>
                <a:gd name="T53" fmla="*/ 30 h 62"/>
                <a:gd name="T54" fmla="*/ 29 w 34"/>
                <a:gd name="T55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9" y="4"/>
                  </a:moveTo>
                  <a:cubicBezTo>
                    <a:pt x="28" y="1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60"/>
                    <a:pt x="7" y="62"/>
                    <a:pt x="9" y="62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2" y="62"/>
                    <a:pt x="24" y="60"/>
                    <a:pt x="24" y="58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33" y="33"/>
                    <a:pt x="34" y="31"/>
                    <a:pt x="33" y="30"/>
                  </a:cubicBezTo>
                  <a:lnTo>
                    <a:pt x="29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稻壳儿搜索【幻雨工作室】_15">
              <a:extLst>
                <a:ext uri="{FF2B5EF4-FFF2-40B4-BE49-F238E27FC236}">
                  <a16:creationId xmlns:a16="http://schemas.microsoft.com/office/drawing/2014/main" id="{0DD5B421-752C-44AC-B1BD-B42EA5458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3524" y="7334515"/>
              <a:ext cx="132355" cy="134302"/>
            </a:xfrm>
            <a:custGeom>
              <a:avLst/>
              <a:gdLst>
                <a:gd name="T0" fmla="*/ 15 w 29"/>
                <a:gd name="T1" fmla="*/ 29 h 29"/>
                <a:gd name="T2" fmla="*/ 29 w 29"/>
                <a:gd name="T3" fmla="*/ 14 h 29"/>
                <a:gd name="T4" fmla="*/ 15 w 29"/>
                <a:gd name="T5" fmla="*/ 0 h 29"/>
                <a:gd name="T6" fmla="*/ 0 w 29"/>
                <a:gd name="T7" fmla="*/ 14 h 29"/>
                <a:gd name="T8" fmla="*/ 15 w 29"/>
                <a:gd name="T9" fmla="*/ 29 h 29"/>
                <a:gd name="T10" fmla="*/ 15 w 29"/>
                <a:gd name="T11" fmla="*/ 5 h 29"/>
                <a:gd name="T12" fmla="*/ 24 w 29"/>
                <a:gd name="T13" fmla="*/ 14 h 29"/>
                <a:gd name="T14" fmla="*/ 15 w 29"/>
                <a:gd name="T15" fmla="*/ 24 h 29"/>
                <a:gd name="T16" fmla="*/ 5 w 29"/>
                <a:gd name="T17" fmla="*/ 14 h 29"/>
                <a:gd name="T18" fmla="*/ 15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23" y="29"/>
                    <a:pt x="29" y="22"/>
                    <a:pt x="29" y="14"/>
                  </a:cubicBezTo>
                  <a:cubicBezTo>
                    <a:pt x="29" y="6"/>
                    <a:pt x="23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lose/>
                  <a:moveTo>
                    <a:pt x="15" y="5"/>
                  </a:moveTo>
                  <a:cubicBezTo>
                    <a:pt x="20" y="5"/>
                    <a:pt x="24" y="9"/>
                    <a:pt x="24" y="14"/>
                  </a:cubicBezTo>
                  <a:cubicBezTo>
                    <a:pt x="24" y="20"/>
                    <a:pt x="20" y="24"/>
                    <a:pt x="15" y="24"/>
                  </a:cubicBezTo>
                  <a:cubicBezTo>
                    <a:pt x="10" y="24"/>
                    <a:pt x="5" y="20"/>
                    <a:pt x="5" y="14"/>
                  </a:cubicBezTo>
                  <a:cubicBezTo>
                    <a:pt x="5" y="9"/>
                    <a:pt x="10" y="5"/>
                    <a:pt x="15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稻壳儿搜索【幻雨工作室】_16">
              <a:extLst>
                <a:ext uri="{FF2B5EF4-FFF2-40B4-BE49-F238E27FC236}">
                  <a16:creationId xmlns:a16="http://schemas.microsoft.com/office/drawing/2014/main" id="{54079CB0-97F8-4E96-9540-D5126A14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167" y="7490228"/>
              <a:ext cx="155712" cy="286121"/>
            </a:xfrm>
            <a:custGeom>
              <a:avLst/>
              <a:gdLst>
                <a:gd name="T0" fmla="*/ 20 w 34"/>
                <a:gd name="T1" fmla="*/ 21 h 62"/>
                <a:gd name="T2" fmla="*/ 22 w 34"/>
                <a:gd name="T3" fmla="*/ 19 h 62"/>
                <a:gd name="T4" fmla="*/ 22 w 34"/>
                <a:gd name="T5" fmla="*/ 4 h 62"/>
                <a:gd name="T6" fmla="*/ 29 w 34"/>
                <a:gd name="T7" fmla="*/ 4 h 62"/>
                <a:gd name="T8" fmla="*/ 31 w 34"/>
                <a:gd name="T9" fmla="*/ 16 h 62"/>
                <a:gd name="T10" fmla="*/ 33 w 34"/>
                <a:gd name="T11" fmla="*/ 6 h 62"/>
                <a:gd name="T12" fmla="*/ 34 w 34"/>
                <a:gd name="T13" fmla="*/ 3 h 62"/>
                <a:gd name="T14" fmla="*/ 29 w 34"/>
                <a:gd name="T15" fmla="*/ 0 h 62"/>
                <a:gd name="T16" fmla="*/ 10 w 34"/>
                <a:gd name="T17" fmla="*/ 0 h 62"/>
                <a:gd name="T18" fmla="*/ 5 w 34"/>
                <a:gd name="T19" fmla="*/ 4 h 62"/>
                <a:gd name="T20" fmla="*/ 1 w 34"/>
                <a:gd name="T21" fmla="*/ 30 h 62"/>
                <a:gd name="T22" fmla="*/ 2 w 34"/>
                <a:gd name="T23" fmla="*/ 34 h 62"/>
                <a:gd name="T24" fmla="*/ 5 w 34"/>
                <a:gd name="T25" fmla="*/ 36 h 62"/>
                <a:gd name="T26" fmla="*/ 8 w 34"/>
                <a:gd name="T27" fmla="*/ 36 h 62"/>
                <a:gd name="T28" fmla="*/ 10 w 34"/>
                <a:gd name="T29" fmla="*/ 58 h 62"/>
                <a:gd name="T30" fmla="*/ 15 w 34"/>
                <a:gd name="T31" fmla="*/ 62 h 62"/>
                <a:gd name="T32" fmla="*/ 25 w 34"/>
                <a:gd name="T33" fmla="*/ 62 h 62"/>
                <a:gd name="T34" fmla="*/ 29 w 34"/>
                <a:gd name="T35" fmla="*/ 58 h 62"/>
                <a:gd name="T36" fmla="*/ 31 w 34"/>
                <a:gd name="T37" fmla="*/ 50 h 62"/>
                <a:gd name="T38" fmla="*/ 27 w 34"/>
                <a:gd name="T39" fmla="*/ 44 h 62"/>
                <a:gd name="T40" fmla="*/ 25 w 34"/>
                <a:gd name="T41" fmla="*/ 57 h 62"/>
                <a:gd name="T42" fmla="*/ 15 w 34"/>
                <a:gd name="T43" fmla="*/ 57 h 62"/>
                <a:gd name="T44" fmla="*/ 13 w 34"/>
                <a:gd name="T45" fmla="*/ 31 h 62"/>
                <a:gd name="T46" fmla="*/ 5 w 34"/>
                <a:gd name="T47" fmla="*/ 31 h 62"/>
                <a:gd name="T48" fmla="*/ 10 w 34"/>
                <a:gd name="T49" fmla="*/ 4 h 62"/>
                <a:gd name="T50" fmla="*/ 17 w 34"/>
                <a:gd name="T51" fmla="*/ 4 h 62"/>
                <a:gd name="T52" fmla="*/ 17 w 34"/>
                <a:gd name="T53" fmla="*/ 19 h 62"/>
                <a:gd name="T54" fmla="*/ 20 w 34"/>
                <a:gd name="T55" fmla="*/ 2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0" y="21"/>
                  </a:moveTo>
                  <a:cubicBezTo>
                    <a:pt x="21" y="21"/>
                    <a:pt x="22" y="20"/>
                    <a:pt x="22" y="1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3" y="1"/>
                    <a:pt x="32" y="0"/>
                    <a:pt x="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6" y="1"/>
                    <a:pt x="5" y="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1" y="33"/>
                    <a:pt x="2" y="34"/>
                  </a:cubicBezTo>
                  <a:cubicBezTo>
                    <a:pt x="3" y="35"/>
                    <a:pt x="4" y="36"/>
                    <a:pt x="5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2" y="62"/>
                    <a:pt x="1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7" y="62"/>
                    <a:pt x="29" y="60"/>
                    <a:pt x="29" y="5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1"/>
                    <a:pt x="20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1" name="稻壳儿原创设计师【幻雨工作室】_13">
            <a:extLst>
              <a:ext uri="{FF2B5EF4-FFF2-40B4-BE49-F238E27FC236}">
                <a16:creationId xmlns:a16="http://schemas.microsoft.com/office/drawing/2014/main" id="{C6A68E01-3BCC-49A3-B19A-20C947DD71B8}"/>
              </a:ext>
            </a:extLst>
          </p:cNvPr>
          <p:cNvGrpSpPr/>
          <p:nvPr/>
        </p:nvGrpSpPr>
        <p:grpSpPr>
          <a:xfrm>
            <a:off x="9716934" y="2482624"/>
            <a:ext cx="879070" cy="879068"/>
            <a:chOff x="7066209" y="7316024"/>
            <a:chExt cx="562511" cy="562510"/>
          </a:xfrm>
        </p:grpSpPr>
        <p:sp>
          <p:nvSpPr>
            <p:cNvPr id="22" name="稻壳儿搜索【幻雨工作室】_17">
              <a:extLst>
                <a:ext uri="{FF2B5EF4-FFF2-40B4-BE49-F238E27FC236}">
                  <a16:creationId xmlns:a16="http://schemas.microsoft.com/office/drawing/2014/main" id="{2553FF6E-F8BD-4140-927E-9FBF63ABD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6209" y="7316024"/>
              <a:ext cx="562511" cy="562510"/>
            </a:xfrm>
            <a:custGeom>
              <a:avLst/>
              <a:gdLst>
                <a:gd name="T0" fmla="*/ 114 w 122"/>
                <a:gd name="T1" fmla="*/ 8 h 122"/>
                <a:gd name="T2" fmla="*/ 84 w 122"/>
                <a:gd name="T3" fmla="*/ 8 h 122"/>
                <a:gd name="T4" fmla="*/ 46 w 122"/>
                <a:gd name="T5" fmla="*/ 47 h 122"/>
                <a:gd name="T6" fmla="*/ 46 w 122"/>
                <a:gd name="T7" fmla="*/ 55 h 122"/>
                <a:gd name="T8" fmla="*/ 12 w 122"/>
                <a:gd name="T9" fmla="*/ 89 h 122"/>
                <a:gd name="T10" fmla="*/ 6 w 122"/>
                <a:gd name="T11" fmla="*/ 112 h 122"/>
                <a:gd name="T12" fmla="*/ 1 w 122"/>
                <a:gd name="T13" fmla="*/ 117 h 122"/>
                <a:gd name="T14" fmla="*/ 1 w 122"/>
                <a:gd name="T15" fmla="*/ 121 h 122"/>
                <a:gd name="T16" fmla="*/ 5 w 122"/>
                <a:gd name="T17" fmla="*/ 121 h 122"/>
                <a:gd name="T18" fmla="*/ 10 w 122"/>
                <a:gd name="T19" fmla="*/ 116 h 122"/>
                <a:gd name="T20" fmla="*/ 33 w 122"/>
                <a:gd name="T21" fmla="*/ 110 h 122"/>
                <a:gd name="T22" fmla="*/ 67 w 122"/>
                <a:gd name="T23" fmla="*/ 76 h 122"/>
                <a:gd name="T24" fmla="*/ 75 w 122"/>
                <a:gd name="T25" fmla="*/ 76 h 122"/>
                <a:gd name="T26" fmla="*/ 114 w 122"/>
                <a:gd name="T27" fmla="*/ 38 h 122"/>
                <a:gd name="T28" fmla="*/ 114 w 122"/>
                <a:gd name="T29" fmla="*/ 8 h 122"/>
                <a:gd name="T30" fmla="*/ 29 w 122"/>
                <a:gd name="T31" fmla="*/ 106 h 122"/>
                <a:gd name="T32" fmla="*/ 12 w 122"/>
                <a:gd name="T33" fmla="*/ 110 h 122"/>
                <a:gd name="T34" fmla="*/ 16 w 122"/>
                <a:gd name="T35" fmla="*/ 93 h 122"/>
                <a:gd name="T36" fmla="*/ 50 w 122"/>
                <a:gd name="T37" fmla="*/ 59 h 122"/>
                <a:gd name="T38" fmla="*/ 63 w 122"/>
                <a:gd name="T39" fmla="*/ 72 h 122"/>
                <a:gd name="T40" fmla="*/ 29 w 122"/>
                <a:gd name="T41" fmla="*/ 106 h 122"/>
                <a:gd name="T42" fmla="*/ 71 w 122"/>
                <a:gd name="T43" fmla="*/ 72 h 122"/>
                <a:gd name="T44" fmla="*/ 50 w 122"/>
                <a:gd name="T45" fmla="*/ 51 h 122"/>
                <a:gd name="T46" fmla="*/ 88 w 122"/>
                <a:gd name="T47" fmla="*/ 12 h 122"/>
                <a:gd name="T48" fmla="*/ 110 w 122"/>
                <a:gd name="T49" fmla="*/ 12 h 122"/>
                <a:gd name="T50" fmla="*/ 110 w 122"/>
                <a:gd name="T51" fmla="*/ 34 h 122"/>
                <a:gd name="T52" fmla="*/ 71 w 122"/>
                <a:gd name="T53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2" h="122">
                  <a:moveTo>
                    <a:pt x="114" y="8"/>
                  </a:moveTo>
                  <a:cubicBezTo>
                    <a:pt x="106" y="0"/>
                    <a:pt x="92" y="0"/>
                    <a:pt x="84" y="8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3" y="49"/>
                    <a:pt x="43" y="53"/>
                    <a:pt x="46" y="55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94"/>
                    <a:pt x="2" y="106"/>
                    <a:pt x="6" y="112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18"/>
                    <a:pt x="0" y="120"/>
                    <a:pt x="1" y="121"/>
                  </a:cubicBezTo>
                  <a:cubicBezTo>
                    <a:pt x="2" y="122"/>
                    <a:pt x="4" y="122"/>
                    <a:pt x="5" y="121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6" y="120"/>
                    <a:pt x="28" y="116"/>
                    <a:pt x="33" y="110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9"/>
                    <a:pt x="73" y="79"/>
                    <a:pt x="75" y="76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22" y="30"/>
                    <a:pt x="122" y="16"/>
                    <a:pt x="114" y="8"/>
                  </a:cubicBezTo>
                  <a:close/>
                  <a:moveTo>
                    <a:pt x="29" y="106"/>
                  </a:moveTo>
                  <a:cubicBezTo>
                    <a:pt x="25" y="110"/>
                    <a:pt x="15" y="114"/>
                    <a:pt x="12" y="110"/>
                  </a:cubicBezTo>
                  <a:cubicBezTo>
                    <a:pt x="8" y="107"/>
                    <a:pt x="12" y="97"/>
                    <a:pt x="16" y="9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63" y="72"/>
                    <a:pt x="63" y="72"/>
                    <a:pt x="63" y="72"/>
                  </a:cubicBezTo>
                  <a:lnTo>
                    <a:pt x="29" y="106"/>
                  </a:lnTo>
                  <a:close/>
                  <a:moveTo>
                    <a:pt x="71" y="72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4" y="7"/>
                    <a:pt x="104" y="7"/>
                    <a:pt x="110" y="12"/>
                  </a:cubicBezTo>
                  <a:cubicBezTo>
                    <a:pt x="115" y="18"/>
                    <a:pt x="115" y="28"/>
                    <a:pt x="110" y="34"/>
                  </a:cubicBezTo>
                  <a:lnTo>
                    <a:pt x="71" y="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稻壳儿搜索【幻雨工作室】_18">
              <a:extLst>
                <a:ext uri="{FF2B5EF4-FFF2-40B4-BE49-F238E27FC236}">
                  <a16:creationId xmlns:a16="http://schemas.microsoft.com/office/drawing/2014/main" id="{E6A6966D-74EF-4F91-B6E8-1516486F9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918" y="7522343"/>
              <a:ext cx="175176" cy="181016"/>
            </a:xfrm>
            <a:custGeom>
              <a:avLst/>
              <a:gdLst>
                <a:gd name="T0" fmla="*/ 37 w 38"/>
                <a:gd name="T1" fmla="*/ 2 h 39"/>
                <a:gd name="T2" fmla="*/ 33 w 38"/>
                <a:gd name="T3" fmla="*/ 2 h 39"/>
                <a:gd name="T4" fmla="*/ 1 w 38"/>
                <a:gd name="T5" fmla="*/ 33 h 39"/>
                <a:gd name="T6" fmla="*/ 1 w 38"/>
                <a:gd name="T7" fmla="*/ 38 h 39"/>
                <a:gd name="T8" fmla="*/ 5 w 38"/>
                <a:gd name="T9" fmla="*/ 38 h 39"/>
                <a:gd name="T10" fmla="*/ 37 w 38"/>
                <a:gd name="T11" fmla="*/ 6 h 39"/>
                <a:gd name="T12" fmla="*/ 37 w 38"/>
                <a:gd name="T13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9">
                  <a:moveTo>
                    <a:pt x="37" y="2"/>
                  </a:moveTo>
                  <a:cubicBezTo>
                    <a:pt x="36" y="0"/>
                    <a:pt x="34" y="0"/>
                    <a:pt x="33" y="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5"/>
                    <a:pt x="0" y="37"/>
                    <a:pt x="1" y="38"/>
                  </a:cubicBezTo>
                  <a:cubicBezTo>
                    <a:pt x="2" y="39"/>
                    <a:pt x="4" y="39"/>
                    <a:pt x="5" y="3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3"/>
                    <a:pt x="37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5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52FEF01-552D-4B71-8507-92F1C6FD26FF}"/>
              </a:ext>
            </a:extLst>
          </p:cNvPr>
          <p:cNvSpPr/>
          <p:nvPr/>
        </p:nvSpPr>
        <p:spPr>
          <a:xfrm>
            <a:off x="639625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F90B39B-18A7-452C-9603-41000CAD03EB}"/>
              </a:ext>
            </a:extLst>
          </p:cNvPr>
          <p:cNvSpPr/>
          <p:nvPr/>
        </p:nvSpPr>
        <p:spPr>
          <a:xfrm>
            <a:off x="107267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原创设计师【幻雨工作室】_16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9DF019B-8490-41E4-A4F4-61B3C2E7D1E3}"/>
              </a:ext>
            </a:extLst>
          </p:cNvPr>
          <p:cNvSpPr/>
          <p:nvPr/>
        </p:nvSpPr>
        <p:spPr>
          <a:xfrm>
            <a:off x="911506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项目汇报（1）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项目汇报（1）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D24A3084-7E2A-4446-B286-6CD64F7C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1D9D0F9-E0CF-424D-8441-9F00CF4316D2}"/>
              </a:ext>
            </a:extLst>
          </p:cNvPr>
          <p:cNvSpPr txBox="1"/>
          <p:nvPr/>
        </p:nvSpPr>
        <p:spPr>
          <a:xfrm>
            <a:off x="3915755" y="3465513"/>
            <a:ext cx="43604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</p:spTree>
    <p:extLst>
      <p:ext uri="{BB962C8B-B14F-4D97-AF65-F5344CB8AC3E}">
        <p14:creationId xmlns:p14="http://schemas.microsoft.com/office/powerpoint/2010/main" val="22387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项目汇报（1）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项目汇报（1）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项目汇报（2）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项目汇报（2）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BD2B62DE-65A2-4C37-9B6B-E698890F9BF1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AC8B4DAC-A363-4F94-BD75-6E9AF06DF99C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arc">
            <a:avLst>
              <a:gd name="adj1" fmla="val 16200000"/>
              <a:gd name="adj2" fmla="val 13309299"/>
            </a:avLst>
          </a:prstGeom>
          <a:ln w="152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E18F8252-454C-4ABD-A7FD-AE4CF34E416C}"/>
              </a:ext>
            </a:extLst>
          </p:cNvPr>
          <p:cNvSpPr/>
          <p:nvPr/>
        </p:nvSpPr>
        <p:spPr>
          <a:xfrm>
            <a:off x="2300863" y="3379215"/>
            <a:ext cx="1719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</a:t>
            </a: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8EFBEA9E-55B2-49E9-9F5E-A5AACD4E837E}"/>
              </a:ext>
            </a:extLst>
          </p:cNvPr>
          <p:cNvSpPr/>
          <p:nvPr/>
        </p:nvSpPr>
        <p:spPr>
          <a:xfrm>
            <a:off x="6378952" y="4152452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8C231DBE-7E82-49CC-BD46-26879E65E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4489918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02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稻壳儿原创设计师【幻雨工作室】_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AF08446-A444-4662-8ED7-1D26857B7FD9}"/>
              </a:ext>
            </a:extLst>
          </p:cNvPr>
          <p:cNvSpPr/>
          <p:nvPr/>
        </p:nvSpPr>
        <p:spPr>
          <a:xfrm>
            <a:off x="7904021" y="4358495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212124CD-727C-4E35-87D3-621D0F8E2961}"/>
              </a:ext>
            </a:extLst>
          </p:cNvPr>
          <p:cNvSpPr/>
          <p:nvPr/>
        </p:nvSpPr>
        <p:spPr>
          <a:xfrm>
            <a:off x="6378952" y="2171760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D98BACCF-286C-4C93-BF63-A5D7CA25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2509226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01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9759AE9-9B98-48C0-AF2A-14F0275C9933}"/>
              </a:ext>
            </a:extLst>
          </p:cNvPr>
          <p:cNvSpPr/>
          <p:nvPr/>
        </p:nvSpPr>
        <p:spPr>
          <a:xfrm>
            <a:off x="7904021" y="2377803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842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感谢各位观看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771</Words>
  <Application>Microsoft Office PowerPoint</Application>
  <PresentationFormat>宽屏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FontAwesome</vt:lpstr>
      <vt:lpstr>Lato Black</vt:lpstr>
      <vt:lpstr>Open Sans</vt:lpstr>
      <vt:lpstr>等线</vt:lpstr>
      <vt:lpstr>等线 Light</vt:lpstr>
      <vt:lpstr>华文细黑</vt:lpstr>
      <vt:lpstr>经典行书简</vt:lpstr>
      <vt:lpstr>宋体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19940802</cp:lastModifiedBy>
  <cp:revision>15</cp:revision>
  <dcterms:created xsi:type="dcterms:W3CDTF">2020-05-18T03:48:39Z</dcterms:created>
  <dcterms:modified xsi:type="dcterms:W3CDTF">2020-05-18T04:43:24Z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