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70" r:id="rId5"/>
    <p:sldId id="267" r:id="rId8"/>
    <p:sldId id="280" r:id="rId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测试演示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第一条要点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第二条要点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第三条要点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第三条要点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第一条要点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第二条要点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