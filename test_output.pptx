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4"/>
    <p:sldId id="280" r:id="rId6"/>
    <p:sldId id="272" r:id="rId7"/>
    <p:sldId id="273" r:id="rId9"/>
    <p:sldId id="274" r:id="rId10"/>
    <p:sldId id="275" r:id="rId12"/>
    <p:sldId id="276" r:id="rId13"/>
    <p:sldId id="277" r:id="rId15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测试PPT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第一章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第二章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