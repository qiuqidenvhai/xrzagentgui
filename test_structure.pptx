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70" r:id="rId5"/>
    <p:sldId id="267" r:id="rId8"/>
    <p:sldId id="280" r:id="rId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要点1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要点2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要点5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要点3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要点4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