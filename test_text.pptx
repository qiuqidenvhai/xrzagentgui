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70" r:id="rId5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技术汇报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技术汇报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技术汇报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技术汇报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技术汇报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项目背景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技术方案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技术要点C。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技术要点A。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技术要点B。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这是第一个要点。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这是第二个要点。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